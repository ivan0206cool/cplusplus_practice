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C++ Practice 練習題目集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CCE0EB"/>
                </a:solidFill>
              </a:rPr>
              <a:t>c++ 基礎知識 ・ 演算法之美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專案總覽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倉庫用途：一系列獨立的 C++ 練習題，每個檔案都是自成一體的 main() 程式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目前分為兩個主題資料夾：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B2B2B"/>
                </a:solidFill>
              </a:rPr>
              <a:t>c++ 基礎知識 — 基礎語法、條件判斷、簡單數學題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B2B2B"/>
                </a:solidFill>
              </a:rPr>
              <a:t>演算法之美 — 演算法思維練習，並示範程式碼改進過程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編譯與執行方式一致：g++ 練習N.cpp -o 練習N  然後 ./練習N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cplusplus_practice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c++ 基礎知識 — 題目列表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52560"/>
              </a:tblGrid>
              <a:tr h="59436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檔案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題目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輸入圓的半徑 r，輸出其直徑、圓周長和面積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給定三條線段的長度，判斷能否構成三角形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給定一個整數，判斷是奇數還是偶數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給定一個年份，判斷是否為閏年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輸入體重和身高，根據 BMI 指數判斷體型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給定一個整數，判斷它能否被 3、5、7 整除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 n 個整數的序列，作去重操作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演算法之美 — 練習1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題目：輸入 x, y，輸出 [x, y] 區間閏年的數量，並在下一行輸出所有閏年的年份數字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重點：不只是解題，更展示了如何發現並改進程式碼中的潛在風險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演算法之美/練習1.cpp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原始版本：固定大小陣列的風險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400800" cy="27432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Consolas"/>
              </a:rPr>
              <a:t>int ans[1000];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/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for (int i = x; i &lt;= y; i++) {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    if (judge(i)) {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        ans[cnt++] = i;   // cnt 超過 1000 就會越界！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    }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5544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</a:rPr>
              <a:t>問題點：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陣列大小 1000 是憑經驗猜測的上限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若 [x, y] 區間夠大（例如 x=1, y=1000000），閏年數量會遠超過 1000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超出陣列邊界寫入 = 未定義行為（Undefined Behavior）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可能導致資料損毀、程式崩潰，且不易察覺、難以除錯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演算法之美/練習1.cpp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改進版本：std::vector 動態陣列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400800" cy="329184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500">
                <a:solidFill>
                  <a:srgbClr val="333333"/>
                </a:solidFill>
                <a:latin typeface="Consolas"/>
              </a:rPr>
              <a:t>vector&lt;int&gt; ans;   // 不用事先宣告大小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/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for (int i = x; i &lt;= y; i++) {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    if (judge(i)) {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        ans.push_back(i);   // 自動成長，不會越界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    }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}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/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cout &lt;&lt; ans.size() &lt;&lt; endl;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for (int v : ans) cout &lt;&lt; v &lt;&lt; " ";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5544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</a:rPr>
              <a:t>改進效果：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容量隨資料動態成長，無需事先猜測上限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消除陣列越界的未定義行為風險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程式碼更貼近「資料多大就存多大」的直覺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檔案：演算法之美/練習1-adviced.cpp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演算法之美/練習1-adviced.cpp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改進前後對照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343400"/>
                <a:gridCol w="4343400"/>
              </a:tblGrid>
              <a:tr h="100584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原版 練習1.cpp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改進版 練習1-adviced.cpp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資料結構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int ans[1000]（固定大小全域陣列）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std::vector&lt;int&gt;（動態陣列）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容量上限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需事先猜測，寫死 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無需猜測，隨資料自動成長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風險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超出 1000 筆時越界，UB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無越界風險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重點回顧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固定大小陣列必須「猜」容量，猜錯就會越界，是常見的 C++ 錯誤來源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std::vector 提供動態成長的陣列，是更安全、更慣用的 C++ 寫法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每個練習都可用同樣方式編譯測試：g++ 檔名.cpp -o 執行檔 &amp;&amp; ./執行檔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README.md 是整個倉庫的題目索引，新增或修改題目時記得同步更新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cplusplus_practice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