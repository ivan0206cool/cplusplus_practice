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C++ Practice 練習題目集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CCE0EB"/>
                </a:solidFill>
              </a:rPr>
              <a:t>c++ 基礎知識 ・ 演算法之美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3B57"/>
                </a:solidFill>
              </a:rPr>
              <a:t>專案總覽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B2B"/>
                </a:solidFill>
              </a:rPr>
              <a:t>倉庫用途：一系列獨立的 C++ 練習題，每個檔案都是自成一體的 main() 程式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B2B"/>
                </a:solidFill>
              </a:rPr>
              <a:t>目前分為兩個主題資料夾：</a:t>
            </a:r>
          </a:p>
          <a:p>
            <a:pPr lvl="1"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c++ 基礎知識 — 基礎語法、條件判斷、簡單數學題</a:t>
            </a:r>
          </a:p>
          <a:p>
            <a:pPr lvl="1">
              <a:spcAft>
                <a:spcPts val="1000"/>
              </a:spcAft>
            </a:pPr>
            <a:r>
              <a:rPr sz="2000">
                <a:solidFill>
                  <a:srgbClr val="2B2B2B"/>
                </a:solidFill>
              </a:rPr>
              <a:t>演算法之美 — 演算法思維練習，並示範程式碼改進過程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B2B"/>
                </a:solidFill>
              </a:rPr>
              <a:t>編譯與執行方式一致：g++ 練習N.cpp -o 練習N  然後 ./練習N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cplusplus_practice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3B57"/>
                </a:solidFill>
              </a:rPr>
              <a:t>c++ 基礎知識 — 題目列表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05256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檔案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題目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練習1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輸入圓的半徑 r，輸出其直徑、圓周長和面積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練習2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給定三條線段的長度，判斷能否構成三角形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練習3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給定一個整數，判斷是奇數還是偶數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練習4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給定一個年份，判斷是否為閏年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練習5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輸入體重和身高，根據 BMI 指數判斷體型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練習6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給定一個整數，判斷它能否被 3、5、7 整除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練習11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給定 n 個整數的序列，作去重操作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c++ 基礎知識/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c++ 基礎知識 — 練習1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B2B2B"/>
                </a:solidFill>
              </a:rPr>
              <a:t>輸入圓的半徑 r，輸出其直徑、圓周長和面積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411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square" lIns="137160" rIns="137160" tIns="91440" bIns="91440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onsolas"/>
              </a:rPr>
              <a:t>int main() {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double r;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cin &gt;&gt; r;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double diameter = 2 * r;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double circumference = 2 * M_PI * r;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double area = M_PI * r * r;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cout &lt;&lt; "Diameter: " &lt;&lt; diameter &lt;&lt; endl;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cout &lt;&lt; "Circumference: " &lt;&lt; circumference &lt;&lt; endl;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cout &lt;&lt; "Area: " &lt;&lt; area &lt;&lt; endl;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return 0;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c++ 基礎知識/練習1.cpp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c++ 基礎知識 — 練習2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B2B2B"/>
                </a:solidFill>
              </a:rPr>
              <a:t>給定三條線段的長度(正整數)，判斷能否構成三角形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411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square" lIns="137160" rIns="137160" tIns="91440" bIns="91440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onsolas"/>
              </a:rPr>
              <a:t>int main() {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int a,b,c;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cin&gt;&gt;a&gt;&gt;b&gt;&gt;c;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if(a+b&gt;c &amp;&amp; a+c&gt;b &amp;&amp; b+c&gt;a)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    cout&lt;&lt;"Yes"&lt;&lt;endl;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else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    cout&lt;&lt;"No"&lt;&lt;endl;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return 0;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c++ 基礎知識/練習2.cpp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c++ 基礎知識 — 練習3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B2B2B"/>
                </a:solidFill>
              </a:rPr>
              <a:t>給定一個整數 n，判斷是奇數還是偶數，輸出 Odd / Even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411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square" lIns="137160" rIns="137160" tIns="91440" bIns="91440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onsolas"/>
              </a:rPr>
              <a:t>int main() {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int n;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cin&gt;&gt;n;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if(n%2)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    cout&lt;&lt;"Odd"&lt;&lt;endl;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else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    cout&lt;&lt;"Even"&lt;&lt;endl;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return 0;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c++ 基礎知識/練習3.cpp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c++ 基礎知識 — 練習4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B2B2B"/>
                </a:solidFill>
              </a:rPr>
              <a:t>給定一個年份 year，判斷是否為閏年，是輸出 1，否則輸出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411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square" lIns="137160" rIns="137160" tIns="91440" bIns="91440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onsolas"/>
              </a:rPr>
              <a:t>int main() {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int year;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cin&gt;&gt;year;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if((year%4==0 &amp;&amp; year%100!=0) || (year%400==0))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    cout&lt;&lt;1&lt;&lt;endl;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else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    cout&lt;&lt;0&lt;&lt;endl;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return 0;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c++ 基礎知識/練習4.cpp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c++ 基礎知識 — 練習5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B2B2B"/>
                </a:solidFill>
              </a:rPr>
              <a:t>輸入體重(kg)和身高(m)，根據 BMI 指數判斷體型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411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square" lIns="137160" rIns="137160" tIns="91440" bIns="91440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onsolas"/>
              </a:rPr>
              <a:t>int main() {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float weight,height,result;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cout&lt;&lt;"輸入體重(kg) 身高(m)"&lt;&lt;endl;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cin &gt;&gt; weight &gt;&gt; height;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result =weight/(height*height);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if (result&lt;18.5)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    cout&lt;&lt; "BMI:"&lt;&lt;result&lt;&lt;"  Underweight"&lt;&lt;endl;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else if (result&gt;=18.5 &amp;&amp; result&lt;24)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    cout&lt;&lt; "BMI:"&lt;&lt;result&lt;&lt;"  Normal"&lt;&lt;endl;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else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    cout&lt;&lt; "BMI:"&lt;&lt;result&lt;&lt;"  Overweight"&lt;&lt;endl;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return 0;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c++ 基礎知識/練習5.cpp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c++ 基礎知識 — 練習6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B2B2B"/>
                </a:solidFill>
              </a:rPr>
              <a:t>給定一個整數 x，判斷它能否被 3、5、7 整除，並輸出相關資訊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411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square" lIns="137160" rIns="137160" tIns="91440" bIns="91440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onsolas"/>
              </a:rPr>
              <a:t>int main() {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int x;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cin&gt;&gt;x;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if (x%3==0)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    cout&lt;&lt;"3 ";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if (x%5==0)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    cout&lt;&lt;"5 ";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if (x%7==0)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    cout&lt;&lt;"7";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if (x%3 &amp;&amp; x%5 &amp;&amp; x%7)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    cout&lt;&lt;"n";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cout&lt;&lt;"\n";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return 0;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c++ 基礎知識/練習6.cpp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c++ 基礎知識 — 練習11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B2B2B"/>
                </a:solidFill>
              </a:rPr>
              <a:t>給定 n 個整數的序列，作去重操作（保留原始出現順序）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064240" cy="411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square" lIns="137160" rIns="137160" tIns="91440" bIns="91440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onsolas"/>
              </a:rPr>
              <a:t>vector&lt;int&gt; result;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unordered_set&lt;int&gt; seen;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for (int i = 0; i &lt; n; i++) {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int x;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cin &gt;&gt; x;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if (seen.insert(x).second) // 第一次出現才留下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    result.push_back(x);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}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for (int i = 0; i &lt; (int)result.size(); i++)</a:t>
            </a:r>
          </a:p>
          <a:p>
            <a:r>
              <a:rPr sz="1400">
                <a:solidFill>
                  <a:srgbClr val="333333"/>
                </a:solidFill>
                <a:latin typeface="Consolas"/>
              </a:rPr>
              <a:t>    cout &lt;&lt; result[i] &lt;&lt; " \n"[i == (int)result.size() - 1];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c++ 基礎知識/練習11.cpp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3B57"/>
                </a:solidFill>
              </a:rPr>
              <a:t>演算法之美 — 練習1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B2B"/>
                </a:solidFill>
              </a:rPr>
              <a:t>題目：輸入 x, y，輸出 [x, y] 區間閏年的數量，並在下一行輸出所有閏年的年份數字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B2B"/>
                </a:solidFill>
              </a:rPr>
              <a:t>重點：不只是解題，更展示了如何發現並改進程式碼中的潛在風險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演算法之美/練習1.cpp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原始版本：固定大小陣列的風險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400800" cy="2743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square" lIns="137160" rIns="137160" tIns="91440" bIns="91440">
            <a:spAutoFit/>
          </a:bodyPr>
          <a:lstStyle/>
          <a:p>
            <a:r>
              <a:rPr sz="1600">
                <a:solidFill>
                  <a:srgbClr val="333333"/>
                </a:solidFill>
                <a:latin typeface="Consolas"/>
              </a:rPr>
              <a:t>int ans[1000];</a:t>
            </a:r>
          </a:p>
          <a:p>
            <a:r>
              <a:rPr sz="1600">
                <a:solidFill>
                  <a:srgbClr val="333333"/>
                </a:solidFill>
                <a:latin typeface="Consolas"/>
              </a:rPr>
              <a:t/>
            </a:r>
          </a:p>
          <a:p>
            <a:r>
              <a:rPr sz="1600">
                <a:solidFill>
                  <a:srgbClr val="333333"/>
                </a:solidFill>
                <a:latin typeface="Consolas"/>
              </a:rPr>
              <a:t>for (int i = x; i &lt;= y; i++) {</a:t>
            </a:r>
          </a:p>
          <a:p>
            <a:r>
              <a:rPr sz="1600">
                <a:solidFill>
                  <a:srgbClr val="333333"/>
                </a:solidFill>
                <a:latin typeface="Consolas"/>
              </a:rPr>
              <a:t>    if (judge(i)) {</a:t>
            </a:r>
          </a:p>
          <a:p>
            <a:r>
              <a:rPr sz="1600">
                <a:solidFill>
                  <a:srgbClr val="333333"/>
                </a:solidFill>
                <a:latin typeface="Consolas"/>
              </a:rPr>
              <a:t>        ans[cnt++] = i;   // cnt 超過 1000 就會越界！</a:t>
            </a:r>
          </a:p>
          <a:p>
            <a:r>
              <a:rPr sz="1600">
                <a:solidFill>
                  <a:srgbClr val="333333"/>
                </a:solidFill>
                <a:latin typeface="Consolas"/>
              </a:rPr>
              <a:t>    }</a:t>
            </a:r>
          </a:p>
          <a:p>
            <a:r>
              <a:rPr sz="160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0" y="155448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</a:rPr>
              <a:t>問題點：</a:t>
            </a:r>
          </a:p>
          <a:p>
            <a:pPr lvl="1">
              <a:spcAft>
                <a:spcPts val="1000"/>
              </a:spcAft>
            </a:pPr>
            <a:r>
              <a:rPr sz="1400">
                <a:solidFill>
                  <a:srgbClr val="2B2B2B"/>
                </a:solidFill>
              </a:rPr>
              <a:t>陣列大小 1000 是憑經驗猜測的上限</a:t>
            </a:r>
          </a:p>
          <a:p>
            <a:pPr lvl="1">
              <a:spcAft>
                <a:spcPts val="1000"/>
              </a:spcAft>
            </a:pPr>
            <a:r>
              <a:rPr sz="1400">
                <a:solidFill>
                  <a:srgbClr val="2B2B2B"/>
                </a:solidFill>
              </a:rPr>
              <a:t>若 [x, y] 區間夠大（例如 x=1, y=1000000），閏年數量會遠超過 1000</a:t>
            </a:r>
          </a:p>
          <a:p>
            <a:pPr lvl="1">
              <a:spcAft>
                <a:spcPts val="1000"/>
              </a:spcAft>
            </a:pPr>
            <a:r>
              <a:rPr sz="1400">
                <a:solidFill>
                  <a:srgbClr val="2B2B2B"/>
                </a:solidFill>
              </a:rPr>
              <a:t>超出陣列邊界寫入 = 未定義行為（Undefined Behavior）</a:t>
            </a:r>
          </a:p>
          <a:p>
            <a:pPr lvl="1">
              <a:spcAft>
                <a:spcPts val="1000"/>
              </a:spcAft>
            </a:pPr>
            <a:r>
              <a:rPr sz="1400">
                <a:solidFill>
                  <a:srgbClr val="2B2B2B"/>
                </a:solidFill>
              </a:rPr>
              <a:t>可能導致資料損毀、程式崩潰，且不易察覺、難以除錯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演算法之美/練習1.cpp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7"/>
                </a:solidFill>
              </a:rPr>
              <a:t>改進版本：std::vector 動態陣列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400800" cy="329184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square" lIns="137160" rIns="137160" tIns="91440" bIns="91440">
            <a:spAutoFit/>
          </a:bodyPr>
          <a:lstStyle/>
          <a:p>
            <a:r>
              <a:rPr sz="1500">
                <a:solidFill>
                  <a:srgbClr val="333333"/>
                </a:solidFill>
                <a:latin typeface="Consolas"/>
              </a:rPr>
              <a:t>vector&lt;int&gt; ans;   // 不用事先宣告大小</a:t>
            </a:r>
          </a:p>
          <a:p>
            <a:r>
              <a:rPr sz="1500">
                <a:solidFill>
                  <a:srgbClr val="333333"/>
                </a:solidFill>
                <a:latin typeface="Consolas"/>
              </a:rPr>
              <a:t/>
            </a:r>
          </a:p>
          <a:p>
            <a:r>
              <a:rPr sz="1500">
                <a:solidFill>
                  <a:srgbClr val="333333"/>
                </a:solidFill>
                <a:latin typeface="Consolas"/>
              </a:rPr>
              <a:t>for (int i = x; i &lt;= y; i++) {</a:t>
            </a:r>
          </a:p>
          <a:p>
            <a:r>
              <a:rPr sz="1500">
                <a:solidFill>
                  <a:srgbClr val="333333"/>
                </a:solidFill>
                <a:latin typeface="Consolas"/>
              </a:rPr>
              <a:t>    if (judge(i)) {</a:t>
            </a:r>
          </a:p>
          <a:p>
            <a:r>
              <a:rPr sz="1500">
                <a:solidFill>
                  <a:srgbClr val="333333"/>
                </a:solidFill>
                <a:latin typeface="Consolas"/>
              </a:rPr>
              <a:t>        ans.push_back(i);   // 自動成長，不會越界</a:t>
            </a:r>
          </a:p>
          <a:p>
            <a:r>
              <a:rPr sz="1500">
                <a:solidFill>
                  <a:srgbClr val="333333"/>
                </a:solidFill>
                <a:latin typeface="Consolas"/>
              </a:rPr>
              <a:t>    }</a:t>
            </a:r>
          </a:p>
          <a:p>
            <a:r>
              <a:rPr sz="1500">
                <a:solidFill>
                  <a:srgbClr val="333333"/>
                </a:solidFill>
                <a:latin typeface="Consolas"/>
              </a:rPr>
              <a:t>}</a:t>
            </a:r>
          </a:p>
          <a:p>
            <a:r>
              <a:rPr sz="1500">
                <a:solidFill>
                  <a:srgbClr val="333333"/>
                </a:solidFill>
                <a:latin typeface="Consolas"/>
              </a:rPr>
              <a:t/>
            </a:r>
          </a:p>
          <a:p>
            <a:r>
              <a:rPr sz="1500">
                <a:solidFill>
                  <a:srgbClr val="333333"/>
                </a:solidFill>
                <a:latin typeface="Consolas"/>
              </a:rPr>
              <a:t>cout &lt;&lt; ans.size() &lt;&lt; endl;</a:t>
            </a:r>
          </a:p>
          <a:p>
            <a:r>
              <a:rPr sz="1500">
                <a:solidFill>
                  <a:srgbClr val="333333"/>
                </a:solidFill>
                <a:latin typeface="Consolas"/>
              </a:rPr>
              <a:t>for (int v : ans) cout &lt;&lt; v &lt;&lt; " ";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0" y="155448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B2B2B"/>
                </a:solidFill>
              </a:rPr>
              <a:t>改進效果：</a:t>
            </a:r>
          </a:p>
          <a:p>
            <a:pPr lvl="1">
              <a:spcAft>
                <a:spcPts val="1000"/>
              </a:spcAft>
            </a:pPr>
            <a:r>
              <a:rPr sz="1400">
                <a:solidFill>
                  <a:srgbClr val="2B2B2B"/>
                </a:solidFill>
              </a:rPr>
              <a:t>容量隨資料動態成長，無需事先猜測上限</a:t>
            </a:r>
          </a:p>
          <a:p>
            <a:pPr lvl="1">
              <a:spcAft>
                <a:spcPts val="1000"/>
              </a:spcAft>
            </a:pPr>
            <a:r>
              <a:rPr sz="1400">
                <a:solidFill>
                  <a:srgbClr val="2B2B2B"/>
                </a:solidFill>
              </a:rPr>
              <a:t>消除陣列越界的未定義行為風險</a:t>
            </a:r>
          </a:p>
          <a:p>
            <a:pPr lvl="1">
              <a:spcAft>
                <a:spcPts val="1000"/>
              </a:spcAft>
            </a:pPr>
            <a:r>
              <a:rPr sz="1400">
                <a:solidFill>
                  <a:srgbClr val="2B2B2B"/>
                </a:solidFill>
              </a:rPr>
              <a:t>程式碼更貼近「資料多大就存多大」的直覺</a:t>
            </a:r>
          </a:p>
          <a:p>
            <a:pPr lvl="1">
              <a:spcAft>
                <a:spcPts val="1000"/>
              </a:spcAft>
            </a:pPr>
            <a:r>
              <a:rPr sz="1400">
                <a:solidFill>
                  <a:srgbClr val="2B2B2B"/>
                </a:solidFill>
              </a:rPr>
              <a:t>檔案：演算法之美/練習1-adviced.cpp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演算法之美/練習1-adviced.cpp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3B57"/>
                </a:solidFill>
              </a:rPr>
              <a:t>改進前後對照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43400"/>
                <a:gridCol w="4343400"/>
              </a:tblGrid>
              <a:tr h="100584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原版 練習1.cpp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改進版 練習1-adviced.cpp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資料結構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int ans[1000]（固定大小全域陣列）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std::vector&lt;int&gt;（動態陣列）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容量上限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需事先猜測，寫死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無需猜測，隨資料自動成長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風險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超出 1000 筆時越界，UB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B2B2B"/>
                          </a:solidFill>
                        </a:defRPr>
                      </a:pPr>
                      <a:r>
                        <a:t>無越界風險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演算法之美/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3B57"/>
                </a:solidFill>
              </a:rPr>
              <a:t>重點回顧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B2B2B"/>
                </a:solidFill>
              </a:rPr>
              <a:t>固定大小陣列必須「猜」容量，猜錯就會越界，是常見的 C++ 錯誤來源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B2B"/>
                </a:solidFill>
              </a:rPr>
              <a:t>std::vector 提供動態成長的陣列，是更安全、更慣用的 C++ 寫法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B2B"/>
                </a:solidFill>
              </a:rPr>
              <a:t>每個練習都可用同樣方式編譯測試：g++ 檔名.cpp -o 執行檔 &amp;&amp; ./執行檔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B2B2B"/>
                </a:solidFill>
              </a:rPr>
              <a:t>README.md 是整個倉庫的題目索引，新增或修改題目時記得同步更新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cplusplus_practice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